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0" y="0"/>
            <a:ext cx="734263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Arial"/>
              </a:rPr>
              <a:t>ARGUS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Adaptive AI Security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DAAFF"/>
                </a:solidFill>
                <a:latin typeface="Arial"/>
              </a:rPr>
              <a:t>Powered by Accenture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6459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Find vulnerabilities faster.
Fix them smarter.
Spend 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3200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rial"/>
              </a:rPr>
              <a:t>Provider-agnostic · Cost-aware · Enterprise-ready
SAST · SCA · DAST · IaC · Secrets · AI-assisted remediation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100FF"/>
                </a:solidFill>
                <a:latin typeface="Arial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Security teams are drowning in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Arial"/>
              </a:rPr>
              <a:t>Scanners produce thousands of noisy findings. Teams spend more time triaging than fixing.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AI tools are expensive and unpredictable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745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Arial"/>
              </a:rPr>
              <a:t>LLM calls are unmetered, untested, and impossible to audit. Costs balloon overnight.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Toolchains are fragmented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Arial"/>
              </a:rPr>
              <a:t>Semgrep, Grype, Checkov, ZAP — each with its own UI, format, and workflow. No unified view.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No governance or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Arial"/>
              </a:rPr>
              <a:t>Who approved that suppression? When was this policy last evaluated? Nobody knows.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Introducing Argus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A unified, AI-augmented security platform that orchestrates your existing tools, enforces cost discipline, and delivers actionable fixes — not more noise.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651760" cy="3474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Unified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One API, one dashboard, one audit log for all scanners.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651760" cy="34747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Cost-Aware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65176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Every LLM call is budgeted, metered, and logged. No surprises.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651760" cy="347472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Actionable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AI generates diff-ready fixes, not just findings.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828800"/>
            <a:ext cx="2651760" cy="3474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011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Governed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65176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Policies, RBAC, suppression rules, and full audit trail.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Platform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27432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100FF"/>
                </a:solidFill>
                <a:latin typeface="Arial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Delivery Phases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361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100FF"/>
                </a:solidFill>
                <a:latin typeface="Arial"/>
              </a:rPr>
              <a:t>433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Automated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5361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100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Scanner Adapters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221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100FF"/>
                </a:solidFill>
                <a:latin typeface="Arial"/>
              </a:rPr>
              <a:t>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00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REST Endpoints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365760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65760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8221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100FF"/>
                </a:solidFill>
                <a:latin typeface="Arial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800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LLM Calls Without Budget Gate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65760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35661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822192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A100FF"/>
                </a:solidFill>
                <a:latin typeface="Arial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006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Arial"/>
              </a:rPr>
              <a:t>Findings with CWE / OWASP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03520" cy="914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6070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SURFACES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Arial"/>
              </a:rPr>
              <a:t>Dashboard (React) · VS Code Extension · CI/CD Step · CLI Gate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745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5303520" cy="9144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848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054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Arial"/>
              </a:rPr>
              <a:t>FastAPI · OpenAPI 3.1 · Rate Limiting · API Key Auth · SSE Streams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89864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54096"/>
            <a:ext cx="5303520" cy="914400"/>
          </a:xfrm>
          <a:prstGeom prst="rect">
            <a:avLst/>
          </a:prstGeom>
          <a:solidFill>
            <a:srgbClr val="2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ORCHESTRATOR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95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Arial"/>
              </a:rPr>
              <a:t>GovernanceGate · Budget Ledger · Agents Pipeline · Skills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92277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78224"/>
            <a:ext cx="5303520" cy="914400"/>
          </a:xfrm>
          <a:prstGeom prst="rect">
            <a:avLst/>
          </a:prstGeom>
          <a:solidFill>
            <a:srgbClr val="1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330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SCANNERS (0 LLM tokens)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537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Arial"/>
              </a:rPr>
              <a:t>Semgrep · TruffleHog · Grype · Checkov · Nuclei · OWASP ZAP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94690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102352"/>
            <a:ext cx="5303520" cy="91440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5721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77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  <a:latin typeface="Arial"/>
              </a:rPr>
              <a:t>PostgreSQL · SQLAlchemy 2 Async · Alembic Migrations · JSONB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Integrations &amp; Outputs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463040"/>
            <a:ext cx="5394960" cy="58521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15087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Jira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17556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Auto-create tickets from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30552"/>
            <a:ext cx="5394960" cy="58521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176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PagerDuty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4231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Trigger incidents for critical scans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798064"/>
            <a:ext cx="5394960" cy="58521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8437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Slack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309067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Rich Block Kit finding cards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465576"/>
            <a:ext cx="5394960" cy="58521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35112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GitHub/GitLab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75818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Webhook triggers + PR fix creation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33088"/>
            <a:ext cx="5394960" cy="58521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41788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Prometheus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442569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Metrics scrape endpoint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800600"/>
            <a:ext cx="5394960" cy="58521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846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OpenTelemetry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509320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Distributed tracing (OTLP)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5468112"/>
            <a:ext cx="5394960" cy="58521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55138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CycloneDX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7648" y="57607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SBOM generation per scan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070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Arial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Python 3.12 + FastAPI 0.111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Pydantic v2 (strict validation)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4086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SQLAlchemy 2 async + asyncpg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8833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Alembic (migrations)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structlog (structured logging)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09728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09728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2070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Arial"/>
              </a:rPr>
              <a:t>AI /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4592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Anthropic Claude (multi-tier)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99339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Provider-agnostic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4086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GovernanceGate budget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8833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Token ledger per scan +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03580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Batch mode for cost reduction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70332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370332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8130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Arial"/>
              </a:rPr>
              <a:t>Scanners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25196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Semgrep (SAST, 1000+ rules)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459943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TruffleHog v3 (secrets)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94690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Grype (SCA, CVE matching)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529437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Checkov (IaC — Terraform/K8s)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56418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Nuclei + OWASP ZAP (DAST)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81304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Arial"/>
              </a:rP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25196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Prometheus metrics (Counter/Histogram)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943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OpenTelemetry SDK + OTLP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94690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structlog JSON logging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29437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Full audit log (actor/action/before/after)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64184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SSE real-time scan trace stream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630936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630936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64190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Arial"/>
              </a:rPr>
              <a:t>Infrastructure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85800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PostgreSQL 16 (JSONB for findings)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720547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slowapi rate limiting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755294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croniter scheduled scans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790041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python-pptx / httpx / croniter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824788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Docker Compose dev environment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0" y="630936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630936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641908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60073"/>
                </a:solidFill>
                <a:latin typeface="Arial"/>
              </a:rPr>
              <a:t>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6858000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API Key Auth (SHA-256 stored hash)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7205472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RBAC: viewer / analyst / admin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7552944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HMAC-SHA256 webhook verification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7900416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DAST authorization gate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824788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• Suppression rules + .argusignore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Scan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2860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Arial"/>
              </a:rPr>
              <a:t>Every scan follows a configurable pipeline of agents. Deterministic scanners run first (zero LLM cost) — AI agents are invoked only when necessary.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737360" cy="3200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1 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Clone repo / index files
Extract language + framework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880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Arial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508760"/>
            <a:ext cx="1737360" cy="3200400"/>
          </a:xfrm>
          <a:prstGeom prst="rect">
            <a:avLst/>
          </a:prstGeom>
          <a:solidFill>
            <a:srgbClr val="20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645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2 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2402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Run Semgrep, TruffleHog,
Grype, Checkov, Nuclei, ZAP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880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Arial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508760"/>
            <a:ext cx="1737360" cy="3200400"/>
          </a:xfrm>
          <a:prstGeom prst="rect">
            <a:avLst/>
          </a:prstGeom>
          <a:solidFill>
            <a:srgbClr val="1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3 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Deduplicate + fingerprint
Apply suppression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880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508760"/>
            <a:ext cx="1737360" cy="32004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645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4  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2402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AI: CWE/OWASP mapping
Business-context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880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508760"/>
            <a:ext cx="1737360" cy="32004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1645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5  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2402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AI: diff-ready patch
Test generation +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59568" y="28803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Arial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0" y="1508760"/>
            <a:ext cx="1737360" cy="3200400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1645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6 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22402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SBOM · Compliance report
Policy evaluation · Notify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11430000" cy="777240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73152" cy="7772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60073"/>
                </a:solidFill>
                <a:latin typeface="Arial"/>
              </a:rPr>
              <a:t>GovernanceGate  —  enforces per-scan and monthly USD budgets before every LLM call. Blocks execution if limits are exceeded. All spend is logged to the cost ledger.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Cost Discipline &amp; AI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64008" cy="1188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Model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3619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Arial"/>
              </a:rPr>
              <a:t>flash (cheap, fast)
standard (balanced)
premium (best quality)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64008" cy="1188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963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Budget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Arial"/>
              </a:rPr>
              <a:t>Per-scan USD limit
Monthly aggregate limit
Hard-stop before overspend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40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64008" cy="1188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221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Token Ledger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8795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Arial"/>
              </a:rPr>
              <a:t>Every call logged with
tokens_in, tokens_out, cost_usd
Queryable via /cost/summary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74920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074920"/>
            <a:ext cx="64008" cy="1188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480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Batch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13832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Arial"/>
              </a:rPr>
              <a:t>Up to 50% cost reduction
for non-latency-critical scans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005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AI Call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508760"/>
            <a:ext cx="5394960" cy="56692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618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Agent requests LLM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207568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185416"/>
            <a:ext cx="5394960" cy="5669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2951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GovernanceGate checks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752344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862072"/>
            <a:ext cx="5394960" cy="566928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9718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✓ Within budget → call proceeds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42900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538728"/>
            <a:ext cx="5394960" cy="5669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6484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✗ Over budget → blocked, logged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105656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215384"/>
            <a:ext cx="5394960" cy="566928"/>
          </a:xfrm>
          <a:prstGeom prst="rect">
            <a:avLst/>
          </a:prstGeom>
          <a:solidFill>
            <a:srgbClr val="20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3251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Response → token count recorded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478231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892040"/>
            <a:ext cx="5394960" cy="566928"/>
          </a:xfrm>
          <a:prstGeom prst="rect">
            <a:avLst/>
          </a:prstGeom>
          <a:solidFill>
            <a:srgbClr val="108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5001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Cost ledger entry created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5458968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CCCCC"/>
                </a:solidFill>
                <a:latin typeface="Arial"/>
              </a:rPr>
              <a:t>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5568696"/>
            <a:ext cx="5394960" cy="566928"/>
          </a:xfrm>
          <a:prstGeom prst="rect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56784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Prometheus counter incremented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Enterprise Security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36576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228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3444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100FF"/>
                </a:solidFill>
                <a:latin typeface="Arial"/>
              </a:rPr>
              <a:t>API Key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691640"/>
            <a:ext cx="2523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SHA-256 hashed keys, expiry, revocation.
ARGUS_MASTER_KEY env var for bootstrap.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97280"/>
            <a:ext cx="2743200" cy="228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743200" cy="6400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23444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691640"/>
            <a:ext cx="2523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viewer · analyst · admin roles.
X-Argus-Role header enforcement.
403 on insufficient role.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2743200" cy="228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743200" cy="64008"/>
          </a:xfrm>
          <a:prstGeom prst="rect">
            <a:avLst/>
          </a:prstGeom>
          <a:solidFill>
            <a:srgbClr val="206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23444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060B0"/>
                </a:solidFill>
                <a:latin typeface="Arial"/>
              </a:rPr>
              <a:t>Rate Limiting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91640"/>
            <a:ext cx="2523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60 req/min per IP via slowapi.
Configurable per-endpoint overrides.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097280"/>
            <a:ext cx="2743200" cy="228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097280"/>
            <a:ext cx="2743200" cy="64008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123444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B4D"/>
                </a:solidFill>
                <a:latin typeface="Arial"/>
              </a:rPr>
              <a:t>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691640"/>
            <a:ext cx="2523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Every write action logged:
actor, action, target, before, after.
Immutable, queryable.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2743200" cy="228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2743200" cy="64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79476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Arial"/>
              </a:rPr>
              <a:t>Suppression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251960"/>
            <a:ext cx="2523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Fingerprint · path_glob · rule_id.
Expirable rules. .argusignore file.
Bulk suppress up to 500 at once.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657600"/>
            <a:ext cx="2743200" cy="228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657600"/>
            <a:ext cx="2743200" cy="64008"/>
          </a:xfrm>
          <a:prstGeom prst="rect">
            <a:avLst/>
          </a:prstGeom>
          <a:solidFill>
            <a:srgbClr val="701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379476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1070"/>
                </a:solidFill>
                <a:latin typeface="Arial"/>
              </a:rPr>
              <a:t>Policy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4251960"/>
            <a:ext cx="2523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max_critical/high/medium/low thresholds.
Blocked OWASP/CWE lists.
CI gate exit-code enforcement.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57600"/>
            <a:ext cx="2743200" cy="228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657600"/>
            <a:ext cx="2743200" cy="64008"/>
          </a:xfrm>
          <a:prstGeom prst="rect">
            <a:avLst/>
          </a:prstGeom>
          <a:solidFill>
            <a:srgbClr val="8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379476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04000"/>
                </a:solidFill>
                <a:latin typeface="Arial"/>
              </a:rPr>
              <a:t>DAST Authorization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251960"/>
            <a:ext cx="2523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No DAST scan without explicit
target_authorization record.
Environment + expiry scoping.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3657600"/>
            <a:ext cx="2743200" cy="228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3657600"/>
            <a:ext cx="2743200" cy="64008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3794760"/>
            <a:ext cx="2523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080"/>
                </a:solidFill>
                <a:latin typeface="Arial"/>
              </a:rPr>
              <a:t>Webhook Verification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53728" y="4251960"/>
            <a:ext cx="25237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Arial"/>
              </a:rPr>
              <a:t>HMAC-SHA256 for GitHub.
Token-based for GitLab.
Replayed payloads rejected.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Individual Developer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64008" cy="9601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1  Install &amp; 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3560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docker compose up -d
uv pip install -e '.[dev]'
uvicorn core.api.app:app --reload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64008" cy="9601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2  Trigger a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POST /api/v1/scans
{"target_ref": "./my-project",
 "pipeline_config_name": "full-scan"}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54680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64008" cy="9601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3  Review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GET /api/v1/scans/{id}/findings?q=injection
Filter by severity, OWASP, rule ID.
Cursor-paginated — 50 per page.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64008" cy="9601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51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4  Apply AI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902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POST /api/v1/fixes/{id}/apply
Argus opens a PR with the diff.
Review, merge, done.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566928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257800"/>
            <a:ext cx="64008" cy="9601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5  Export &amp;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4184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./scripts/ci-gate.sh --scan-id {id}
Exits 0 = clean. Non-zero = blocked.
CSV export: /scans/export/csv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051560"/>
            <a:ext cx="5303520" cy="51206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234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VS Code Extension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1920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✓  Inline finding highlights as you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57860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✓  One-click AI fix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23697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✓  Real-time scan diff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89534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✓  Cost budget visible in status bar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55371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✓  No context switch — stay in editor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Enterprise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394960" cy="2331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94960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34440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00FF"/>
                </a:solidFill>
                <a:latin typeface="Arial"/>
              </a:rPr>
              <a:t>CI/CD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91640"/>
            <a:ext cx="5065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• Webhook triggers scan on every PR
• ci-gate.sh blocks merge if policy fails
• GitHub Actions + GitLab CI native support
• Batch mode for nightly full-repo scans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94960" cy="2331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394960" cy="6400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34440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60073"/>
                </a:solidFill>
                <a:latin typeface="Arial"/>
              </a:rPr>
              <a:t>Security Team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40"/>
            <a:ext cx="5065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• Organizations + workspaces per team/BU
• RBAC: analysts triage, admins configure
• Bulk suppress / assign findings to owners
• Scheduled scans with cron expressions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5394960" cy="2331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394960" cy="64008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794760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B4D"/>
                </a:solidFill>
                <a:latin typeface="Arial"/>
              </a:rPr>
              <a:t>Compliance &amp;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251960"/>
            <a:ext cx="5065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• OWASP Top 10 + CWE compliance reports
• CycloneDX 1.5 SBOM per scan
• CSV export for audit evidence
• Policy evaluations persisted + auditable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5394960" cy="233172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5394960" cy="64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794760"/>
            <a:ext cx="50657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00"/>
                </a:solidFill>
                <a:latin typeface="Arial"/>
              </a:rPr>
              <a:t>Observability &amp; SRE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251960"/>
            <a:ext cx="506577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• Prometheus metrics: scans, findings, cost
• OpenTelemetry OTLP tracing (Jaeger/Tempo)
• PagerDuty incidents for critical scans
• Jira tickets auto-created from findings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API Surface (50+ Endpoints)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4300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Scans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0876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POST /scans  GET /scans  GET /scans/{id}
GET /scans/{id}/findings  GET /scans/{id}/report
GET /scans/{id}/sbom  POST /scans/batch
GET /scans/export/csv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05156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5156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14300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50876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PATCH /findings/{id}  POST /findings/bulk-suppress
POST /findings/bulk-dismiss  POST /findings/bulk-assign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05156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05156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14300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Policies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50876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POST /policies  GET /policies  DELETE /policies/{id}
POST /policies/{id}/evaluate/{scan_id}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8892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88036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Schedules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24612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POST /schedules  GET /schedules
PATCH /schedules/{id}/enable|disable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78892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278892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3128" y="288036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Suppressions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3128" y="324612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POST /suppressions  GET /suppressions  DELETE /suppressions/{id}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78892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78892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288036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24612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GET /analytics/trends  GET /analytics/mttr
GET /analytics/top-rules  GET /analytics/summary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2628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61772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Integrations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498348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POST /integrations/jira/issue
POST /integrations/pagerduty/trigger
POST /integrations/slack/finding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52628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452628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53128" y="461772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Auth &amp; Orgs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498348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POST /auth/keys  GET /auth/keys
POST /orgs  GET /orgs/{id}/members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526280"/>
            <a:ext cx="3611880" cy="1572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526280"/>
            <a:ext cx="36118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8" y="461772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Observability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4983480"/>
            <a:ext cx="3392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GET /metrics (Prometheus)
GET /api/v1/scans/{id}/events (SSE)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Data Model — Key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32004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8813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scans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35608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target_ref · mode · status · cost_usd · model_usage (JSONB)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8813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35608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scan_id · rule_id · severity · cwe · owasp_category · dedup_key · status · location (JSONB)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56232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856232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18928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fixes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24028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finding_id · diff · test · validation_result (JSONB) · 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856232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56232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9280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suppression_rules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240280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pattern_type · pattern · reason · expires_at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60904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660904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6974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scheduled_scans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044952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cron_expr · pipeline_config_name · enabled · next_run_at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660904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660904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6974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44952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name · definition (JSONB) · active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65576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465576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5021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policy_evaluations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3849624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scan_id · policy_id · passed · violations (JSONB)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465576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465576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50215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api_keys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849624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name · key_hash (SHA-256) · expires_at · revoked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270248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270248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430682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orgs / workspaces / org_members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65429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multi-tenancy + RBAC role assignment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270248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4270248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306824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audit_log_entries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654296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actor · action · target · before/after (JSONB) · timestamp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074920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074920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51114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cost_ledger_entries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458968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scope_id · model_id · tier · tokens_in/out · cost_usd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5074920"/>
            <a:ext cx="5394960" cy="749808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5074920"/>
            <a:ext cx="54864" cy="7498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1114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pipeline_configs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5458968"/>
            <a:ext cx="5166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ourier New"/>
              </a:rPr>
              <a:t>id · name · version · definition (JSONB) · is_factory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15-Phase Delivery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1–3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051560"/>
            <a:ext cx="1828800" cy="6858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188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51560"/>
            <a:ext cx="8412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16128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SAST, secrets, triage, explainer, cost ledger, SSE, fix gen, VCS integration, VS Code extension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95760" y="1051560"/>
            <a:ext cx="274320" cy="68580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47088"/>
            <a:ext cx="82296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8424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4–5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1847088"/>
            <a:ext cx="1828800" cy="6858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198424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47088"/>
            <a:ext cx="8412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95681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SCA (Grype), IaC (Checkov), batch API, skills system, PatternAgent, SkillCreatorAgent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95760" y="1847088"/>
            <a:ext cx="274320" cy="68580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642616"/>
            <a:ext cx="82296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7977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6–7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642616"/>
            <a:ext cx="1828800" cy="6858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277977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DAST &amp; 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2642616"/>
            <a:ext cx="8412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752344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Nuclei + ZAP with authorization gate, audit log API, config API, eval harness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795760" y="2642616"/>
            <a:ext cx="274320" cy="68580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438144"/>
            <a:ext cx="82296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57530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8–9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438144"/>
            <a:ext cx="1828800" cy="6858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357530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Integration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438144"/>
            <a:ext cx="8412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354787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CycloneDX SBOM, scan diff, GitHub/GitLab webhooks, API key auth, Prometheus metrics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95760" y="3438144"/>
            <a:ext cx="274320" cy="68580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233672"/>
            <a:ext cx="82296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370832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10–11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4233672"/>
            <a:ext cx="1828800" cy="6858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437083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Governance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233672"/>
            <a:ext cx="8412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4343400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Suppression rules (.argusignore), cron scheduler, compliance report, policy engine, CI gate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795760" y="4233672"/>
            <a:ext cx="274320" cy="68580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029200"/>
            <a:ext cx="82296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166360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12–13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5029200"/>
            <a:ext cx="1828800" cy="6858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7320" y="51663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Enterprise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5029200"/>
            <a:ext cx="8412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5138928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Multi-tenancy (orgs/workspaces), RBAC roles, Jira + PagerDuty + Slack integrations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795760" y="5029200"/>
            <a:ext cx="274320" cy="68580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824728"/>
            <a:ext cx="822960" cy="685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96188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14–15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5824728"/>
            <a:ext cx="1828800" cy="6858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7320" y="59618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Production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5824728"/>
            <a:ext cx="8412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5934456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Arial"/>
              </a:rPr>
              <a:t>Trend analytics, MTTR, CSV export, cursor pagination, full-text search, OpenTelemetry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795760" y="5824728"/>
            <a:ext cx="274320" cy="68580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521440" y="640080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B4D"/>
                </a:solidFill>
                <a:latin typeface="Arial"/>
              </a:rPr>
              <a:t>■ Done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Best Practices &amp; Tips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32004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55778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64008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24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Start deterministic, add AI gradually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Arial"/>
              </a:rPr>
              <a:t>Run full-scan pipeline first. Use pr-check (no AI) for fast PR feedback. Enable Explainer + Fix agents only when SAST findings stabilize.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04872"/>
            <a:ext cx="55778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04872"/>
            <a:ext cx="64008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Set budgets before enabling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6207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Arial"/>
              </a:rPr>
              <a:t>Configure ARGUS_BUDGET_PER_SCAN_USD and ARGUS_BUDGET_MONTHLY_USD. Start conservatively (e.g. $0.50/scan) and raise as you understand usage.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58184"/>
            <a:ext cx="55778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58184"/>
            <a:ext cx="64008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313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Use .argusignore for vendor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15384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Arial"/>
              </a:rPr>
              <a:t>Suppress entire directories (vendor/**, node_modules/**) with path_glob rules before your first scan to avoid thousands of irrelevant findings.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11496"/>
            <a:ext cx="55778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111496"/>
            <a:ext cx="64008" cy="12344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184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Schedule nightly full scans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6869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Arial"/>
              </a:rPr>
              <a:t>Use POST /schedules with cron '0 2 * * *'. Reserve real-time mode for developer loop; batch mode for cost-sensitive overnight runs.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051560"/>
            <a:ext cx="55778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051560"/>
            <a:ext cx="64008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124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Wire ci-gate.sh into merge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5087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Arial"/>
              </a:rPr>
              <a:t>Set max_critical=0 and block_on_any_critical=true in your production policy. Allow max_high=5 for PRs to avoid blocking developers on medium-risk findings.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404872"/>
            <a:ext cx="55778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404872"/>
            <a:ext cx="64008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478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Use bulk-assign for triage sprint 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6207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Arial"/>
              </a:rPr>
              <a:t>POST /findings/bulk-assign to route security findings to the right team member. Filter by owasp_category first, then assign by domain expertise.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758184"/>
            <a:ext cx="55778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758184"/>
            <a:ext cx="64008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313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Monitor cost with Prometheus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215384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Arial"/>
              </a:rPr>
              <a:t>Scrape GET /metrics. Alert on argus_llm_cost_usd_total rate. Dashboard argus_scan_duration_seconds to catch regressions from new AI models.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111496"/>
            <a:ext cx="5577840" cy="123444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5111496"/>
            <a:ext cx="64008" cy="12344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1846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Arial"/>
              </a:rPr>
              <a:t>Rotate API keys monthly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68696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  <a:latin typeface="Arial"/>
              </a:rPr>
              <a:t>POST /auth/keys creates a new key (key shown once). DELETE /auth/keys/{id} revokes the old one. Use ARGUS_MASTER_KEY only for initial bootstrap.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Value &amp;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6459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618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100FF"/>
                </a:solidFill>
                <a:latin typeface="Arial"/>
              </a:rPr>
              <a:t>~70%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rial"/>
              </a:rPr>
              <a:t>Reduction in manual triage time
through deduplication + AI explanation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09728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097280"/>
            <a:ext cx="26517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2618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100FF"/>
                </a:solidFill>
                <a:latin typeface="Arial"/>
              </a:rPr>
              <a:t>$0.50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rial"/>
              </a:rPr>
              <a:t>Average AI cost per full scan
with GovernanceGate budget enforcement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09728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097280"/>
            <a:ext cx="26517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618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100FF"/>
                </a:solidFill>
                <a:latin typeface="Arial"/>
              </a:rPr>
              <a:t>&lt;5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rial"/>
              </a:rPr>
              <a:t>Mean time to get a diff-ready fix
for a high-severity SAST finding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097280"/>
            <a:ext cx="26517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097280"/>
            <a:ext cx="26517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261872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A100FF"/>
                </a:solidFill>
                <a:latin typeface="Arial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031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Arial"/>
              </a:rPr>
              <a:t>Traceability — every suppression,
policy, and fix is auditable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29000"/>
            <a:ext cx="2743200" cy="41148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Capability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429000"/>
            <a:ext cx="3474720" cy="4114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Traditional SAST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429000"/>
            <a:ext cx="3474720" cy="411480"/>
          </a:xfrm>
          <a:prstGeom prst="rect">
            <a:avLst/>
          </a:prstGeom>
          <a:solidFill>
            <a:srgbClr val="00A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34747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Argus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8953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Multi-scanner unified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840480"/>
            <a:ext cx="347472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8953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0000"/>
                </a:solidFill>
                <a:latin typeface="Arial"/>
              </a:rPr>
              <a:t>No — separate tools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3840480"/>
            <a:ext cx="347472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38953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B4D"/>
                </a:solidFill>
                <a:latin typeface="Arial"/>
              </a:rPr>
              <a:t>Yes — 6 adapters, one 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315968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3708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AI-assisted remediation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315968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43708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0000"/>
                </a:solidFill>
                <a:latin typeface="Arial"/>
              </a:rPr>
              <a:t>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4315968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43708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AB4D"/>
                </a:solidFill>
                <a:latin typeface="Arial"/>
              </a:rPr>
              <a:t>Yes — diff-ready patches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91456"/>
            <a:ext cx="274320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463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Cost governance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4791456"/>
            <a:ext cx="347472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83280" y="4846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0000"/>
                </a:solidFill>
                <a:latin typeface="Arial"/>
              </a:rPr>
              <a:t>N/A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4791456"/>
            <a:ext cx="347472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846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Hard budget gates per scan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266944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321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Policy as code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5266944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0" y="5321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0000"/>
                </a:solidFill>
                <a:latin typeface="Arial"/>
              </a:rPr>
              <a:t>Manual review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5266944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5321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Automated CI gate exit codes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742432"/>
            <a:ext cx="274320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797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Compliance reporting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91840" y="5742432"/>
            <a:ext cx="347472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57972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0000"/>
                </a:solidFill>
                <a:latin typeface="Arial"/>
              </a:rPr>
              <a:t>Manual export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5742432"/>
            <a:ext cx="347472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57972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OWASP/CWE/SBOM on demand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621792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62727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Scheduling + webhooks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91840" y="621792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83280" y="62727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0000"/>
                </a:solidFill>
                <a:latin typeface="Arial"/>
              </a:rPr>
              <a:t>CI-only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0" y="6217920"/>
            <a:ext cx="3474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49440" y="62727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Cron + GitHub/GitLab webhooks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Arial"/>
              </a:rPr>
              <a:t>Getting Started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1148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97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Prerequisites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490472"/>
            <a:ext cx="10607040" cy="5943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517904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• Python 3.12+  •  Docker &amp; Docker Compose
• uv (pip install uv)  •  PostgreSQL 16 (via Docker)
• git  •  ANTHROPIC_API_KEY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Clone &amp; Install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587752"/>
            <a:ext cx="10607040" cy="5943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615184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git clone https://github.com/ahujrajat/Argus.git
cd Argus
uv pip install -e '.[dev]'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Start 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85032"/>
            <a:ext cx="10607040" cy="5943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712464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docker compose up -d          # starts PostgreSQL
alembic upgrade head          # run DB migrations
uvicorn core.api.app:app --reload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89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Run First Scan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782312"/>
            <a:ext cx="10607040" cy="5943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809744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curl -X POST http://localhost:8000/api/v1/scans \
  -H 'Content-Type: application/json' \
  -d '{"target_ref": ".", "pipeline_config_name": "full-scan"}'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502920" cy="5029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532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864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Arial"/>
              </a:rPr>
              <a:t>View Results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5879592"/>
            <a:ext cx="10607040" cy="59436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34440" y="5907024"/>
            <a:ext cx="10332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ourier New"/>
              </a:rPr>
              <a:t>Open http://localhost:8000/docs   # Swagger UI
curl http://localhost:8000/api/v1/scans  # list scans
curl 'http://localhost:8000/api/v1/scans/{id}/findings?q=sql'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Arial"/>
              </a:rPr>
              <a:t>ARGUS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DDAAFF"/>
                </a:solidFill>
                <a:latin typeface="Arial"/>
              </a:rPr>
              <a:t>Adaptive AI Security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566160"/>
            <a:ext cx="4846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DAAFF"/>
                </a:solidFill>
                <a:latin typeface="Arial"/>
              </a:rPr>
              <a:t>github.com/ahujrajat/Argus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FF"/>
                </a:solidFill>
                <a:latin typeface="Arial"/>
              </a:rPr>
              <a:t>Built with ♥ by Rajat Ahuja · Accenture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AAFF"/>
                </a:solidFill>
                <a:latin typeface="Arial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